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Java 的在线考试系统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设计与实现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4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毕业设计开题报告答辩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答辩人：王正贤
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学号：12345678
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指导老师：导师姓名
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专业：计算机科学与技术
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答辩日期：2026年3月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solidFill>
            <a:srgbClr val="000000"/>
          </a:solidFill>
          <a:ln w="25400"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课题背景与研究意义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为什么做这个项目？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solidFill>
            <a:srgbClr val="000000"/>
          </a:solidFill>
          <a:ln w="25400"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国内外研究现状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行业现状与痛点分析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000000"/>
          </a:solidFill>
          <a:ln w="25400"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931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研究目标与主要内容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项目要实现什么功能？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937760"/>
            <a:ext cx="7680960" cy="822960"/>
          </a:xfrm>
          <a:prstGeom prst="rect">
            <a:avLst/>
          </a:prstGeom>
          <a:solidFill>
            <a:srgbClr val="000000"/>
          </a:solidFill>
          <a:ln w="25400"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029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5029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系统方案与关键技术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394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技术架构与核心特性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6035040"/>
            <a:ext cx="7680960" cy="822960"/>
          </a:xfrm>
          <a:prstGeom prst="rect">
            <a:avLst/>
          </a:prstGeom>
          <a:solidFill>
            <a:srgbClr val="000000"/>
          </a:solidFill>
          <a:ln w="25400"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6126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6126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82880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系统架构与核心难点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8288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系统设计与解决方案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7132320"/>
            <a:ext cx="7680960" cy="822960"/>
          </a:xfrm>
          <a:prstGeom prst="rect">
            <a:avLst/>
          </a:prstGeom>
          <a:solidFill>
            <a:srgbClr val="000000"/>
          </a:solidFill>
          <a:ln w="25400"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7223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7223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828800" y="7223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预期成果与进度安排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828800" y="7589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交付成果与开发计划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课题背景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传统考试模式面临三大核心痛点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周期长，工作量大
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人工出题、印刷、监考、阅卷，流程繁琐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成本高，易出错
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纸张印刷费用昂贵，人工统分容易出错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效率低，分析难
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无数据分析支持，难以掌握学生学习情况
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4846320"/>
            <a:ext cx="1645920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846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阅卷时间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9040" y="4846320"/>
            <a:ext cx="1645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4846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49040" y="5669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4846320"/>
            <a:ext cx="164592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4846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583680" y="5669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数据沉淀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研究意义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📊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01168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教学效率提升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自动化阅卷，解放教师人力；题库电子化，便于检索复用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📈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01168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数据驱动教学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成绩分布分析、知识点得分率统计，为教学调整提供数据支撑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3891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🌱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011680" y="4434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绿色环保发展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4846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无纸化考试，大幅降低纸张耗材成本，响应低碳环保理念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国内外研究现状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 国内市场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大型商业平台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超星学习通、雨课堂、问卷星
</a:t>
            </a:r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功能全面、并发能力强
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私有化部署困难，费用高昂
</a:t>
            </a:r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高校自研系统
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技术栈陈旧（JSP、Struts）
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界面老旧，移动端适配差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国外市场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LMS 学习管理系统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Moodle, Canvas, Blackboard
</a:t>
            </a:r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生态完善，插件丰富
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系统过于庞大，部署复杂
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二次开发门槛高
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7680960" cy="1371600"/>
          </a:xfrm>
          <a:prstGeom prst="rect">
            <a:avLst/>
          </a:prstGeom>
          <a:solidFill>
            <a:srgbClr val="FDEBD0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21208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核心痛点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市场缺乏一款轻量、现代化前后端分离、私有化部署友好的在线考试系统。本项目将填补这一空白。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研究目标与系统角色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7432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👨‍🎓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在线考试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实时倒计时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自动保存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成绩查询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👨‍🏫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题库管理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试卷组卷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阅卷评分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统计分析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7432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👨‍💼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用户管理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课程发布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系统设置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权限控制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852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核心目标：高可用性、良好用户体验、清晰的权限控制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技术方案与架构设计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65760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3.2.x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核心框架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 3.5.x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持久层框架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365760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0.12.x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无状态认证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03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8.x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关系型数据库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365760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Lombok + Hutool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开发效率工具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365760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响应式框架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UI 组件库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65760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状态管理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35661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703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HTTP 客户端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4114800"/>
            <a:ext cx="365760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数据可视化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1520" y="4754880"/>
            <a:ext cx="768096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93776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系统架构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B/S 架构 + 前后端分离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RESTful API 交互，支持后续扩展移动端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JWT 无状态认证，提升系统性能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MySQL 数据持久化，Redis 缓存优化（可选）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核心难点与解决方案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考试防作弊机制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</a:t>
            </a:r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前端监听 visibilitychange + onblur 事件，记录切屏次数；超过阈值自动交卷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7680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63240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答题异常中断处理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5204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</a:t>
            </a:r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浏览器本地缓存 + 定时异步提交心跳，断网重连后可恢复答题进度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7680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617720"/>
            <a:ext cx="731520" cy="7315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🎲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8288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随机组卷算法优化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50749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</a:t>
            </a:r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按难度系数、知识点权重智能抽题，使用事务保证数据一致性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预期交付成果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0" y="16002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软件系统源码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完整的前后端工程代码，包含 59 个 Java 文件、10 个业务模块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834640"/>
            <a:ext cx="731520" cy="73152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0" y="27889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数据库脚本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2004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建表语句、初始化数据 SQL 脚本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023360"/>
            <a:ext cx="731520" cy="7315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011680" y="39776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0" y="43891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需求分析、系统设计、E-R 图、接口文档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02920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212080"/>
            <a:ext cx="731520" cy="7315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011680" y="51663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毕业论文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11680" y="55778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符合学术规范的完整毕业设计论文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项目进度安排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1-2 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需求分析与文献综述，完成开题报告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solidFill>
            <a:srgbClr val="D6EA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3-4 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 用例图设计，E-R 图与数据库设计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5-7 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743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后端环境搭建，核心接口开发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solidFill>
            <a:srgbClr val="D6EA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8-10 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383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前端开发，前后端联调，在线答题模块实现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11-12 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4023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系统集成测试，Bug 修复，极端场景处理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7680960" cy="640080"/>
          </a:xfrm>
          <a:prstGeom prst="rect">
            <a:avLst/>
          </a:prstGeom>
          <a:solidFill>
            <a:srgbClr val="D6EA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663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13-14 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4663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文档整理与毕业论文撰写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212080"/>
            <a:ext cx="76809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15-16 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5303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论文定稿与答辩准备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感谢各位评委老师的聆听！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4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请批评指正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5029200"/>
            <a:ext cx="6400800" cy="0"/>
          </a:xfrm>
          <a:prstGeom prst="line">
            <a:avLst/>
          </a:prstGeom>
          <a:noFill/>
          <a:ln w="38100">
            <a:solidFill>
              <a:srgbClr val="B4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南方职业学院 · 2026届毕业设计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南方职业学院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基于Java的在线考试系统设计与实现 - 开题答辩</dc:title>
  <dc:subject>PptxGenJS Presentation</dc:subject>
  <dc:creator>南方职业学院</dc:creator>
  <cp:lastModifiedBy>南方职业学院</cp:lastModifiedBy>
  <cp:revision>1</cp:revision>
  <dcterms:created xsi:type="dcterms:W3CDTF">2026-03-11T05:29:04Z</dcterms:created>
  <dcterms:modified xsi:type="dcterms:W3CDTF">2026-03-11T05:29:04Z</dcterms:modified>
</cp:coreProperties>
</file>